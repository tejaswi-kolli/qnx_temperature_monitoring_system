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77" r:id="rId5"/>
    <p:sldId id="258" r:id="rId6"/>
    <p:sldId id="260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75" r:id="rId16"/>
    <p:sldId id="269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Sensor Data Logging System using QNX Neutrino RTOS</a:t>
            </a:r>
            <a:endParaRPr sz="3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IPC-based Real-Time Sensor Architecture</a:t>
            </a:r>
            <a:endParaRPr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endParaRPr lang="en-I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endParaRPr lang="en-I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endParaRPr lang="en-I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r"/>
            <a:r>
              <a:rPr lang="en-IN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 :    </a:t>
            </a:r>
            <a:endParaRPr lang="en-I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7465060" y="5179060"/>
            <a:ext cx="132461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Bharath</a:t>
            </a:r>
            <a:endParaRPr lang="en-I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Bharathi</a:t>
            </a:r>
            <a:endParaRPr lang="en-I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Akhil Sai</a:t>
            </a:r>
            <a:endParaRPr lang="en-I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Harshitha</a:t>
            </a:r>
            <a:endParaRPr lang="en-I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Tejaswi</a:t>
            </a:r>
            <a:endParaRPr lang="en-I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algn="l"/>
            <a:r>
              <a:rPr lang="en-IN">
                <a:latin typeface="Times New Roman" panose="02020603050405020304" charset="0"/>
                <a:cs typeface="Times New Roman" panose="02020603050405020304" charset="0"/>
                <a:sym typeface="+mn-ea"/>
              </a:rPr>
              <a:t>Devinath</a:t>
            </a:r>
            <a:endParaRPr lang="en-I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I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1600"/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This project builds a real-time sensor data logging system that demonstrates reliable Inter-Process Communication (IPC) on a microkernel RTOS.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It connects real hardware with QNX Neutrino to show deterministic data reading, logging, and user interaction.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Runs on Raspberry Pi as the embedded target, enabling real GPIO interfacing with the DHT11 sensor and LED 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using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QNX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QNX is commonly used in automotive, medical, and industrial systems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I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Tools &amp; Technologies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Hardware: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Raspberry Pi 4, DHT11 Sensor, GPIO, 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Breadboard,Jumper wires.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Software: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 QNX Neutrino RTOS, Momentics IDE, ARM qcc cross-compiler, C 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Programming 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language, SSH/SCP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000" b="1">
                <a:latin typeface="Times New Roman" panose="02020603050405020304" charset="0"/>
                <a:cs typeface="Times New Roman" panose="02020603050405020304" charset="0"/>
              </a:rPr>
              <a:t>Protocols/Mechanisms</a:t>
            </a: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: QNX IPC (MsgSend/MsgReceive), name-based service discovery, GPIO interfacing</a:t>
            </a:r>
            <a:r>
              <a:rPr lang="en-IN" altLang="en-US" sz="20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IN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What is an RTOS?</a:t>
            </a:r>
            <a:endParaRPr sz="3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Real-Time Operating System (RTOS)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An OS designed to handle tasks within strict timing constraints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Guarantees deterministic response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Used where missing a deadline = system failure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 descr="0_ziZ3yTI3L5Cv8rH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615" y="2736215"/>
            <a:ext cx="6443980" cy="3740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What is QNX Neutrino RTOS?</a:t>
            </a:r>
            <a:endParaRPr sz="3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306195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QNX Neutrino Architecture</a:t>
            </a:r>
            <a:r>
              <a:rPr lang="en-IN" sz="1800" b="1">
                <a:latin typeface="Times New Roman" panose="02020603050405020304" charset="0"/>
                <a:cs typeface="Times New Roman" panose="02020603050405020304" charset="0"/>
              </a:rPr>
              <a:t> :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True microkernel RTOS</a:t>
            </a:r>
            <a:r>
              <a:rPr lang="en-IN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Only core services run in kernel: Scheduler, IPC, Interrupt handling</a:t>
            </a:r>
            <a:r>
              <a:rPr lang="en-IN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All other services run as user processes</a:t>
            </a:r>
            <a:r>
              <a:rPr lang="en-IN" sz="1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IN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r>
              <a:rPr lang="en-IN" sz="18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High reliability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Fault isolation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Easy debugging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Modular and scalable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Why QNX?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Real-Time Performance</a:t>
            </a:r>
            <a:r>
              <a:rPr lang="en-IN" altLang="en-US" sz="18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QNX is a hard real-time OS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Guarantees deterministic and predictable response time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Microkernel Architecture</a:t>
            </a:r>
            <a:r>
              <a:rPr lang="en-IN" altLang="en-US" sz="18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Minimal kernel (scheduler, IPC, interrupts only)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Drivers, networking, and applications run in user space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Fault Isolation</a:t>
            </a:r>
            <a:r>
              <a:rPr lang="en-IN" altLang="en-US" sz="18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Failure of one component does not crash the entire system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Faulty services can be restarted independently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Safety certifications: 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It meets global functional safety standards including ISO 26262 (ASIL-D) and IEC 61508, making it suitable for high-reliability systems.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Why IPC is Important in QNX</a:t>
            </a:r>
            <a:endParaRPr sz="3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Inter-Process Communication (IPC)</a:t>
            </a:r>
            <a:r>
              <a:rPr lang="en-IN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: 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Message-passing based communication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Uses synchronous message-passing between processes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Ensures deterministic timing behavior (RTOS requirement)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IN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IPC Advantages</a:t>
            </a:r>
            <a:r>
              <a:rPr lang="en-IN" sz="1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: 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No shared memory corruption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Priority inheritance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Deadlock prevention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Real-time safe communication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Project Architecture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 descr="ChatGPT Image Jan 25, 2026, 01_38_0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195" y="1212215"/>
            <a:ext cx="7087870" cy="49453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Project Block Diagram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 descr="WhatsApp Image 2026-01-25 at 1.31.33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7250" y="1174750"/>
            <a:ext cx="7428865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Sensor Process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Functionality</a:t>
            </a:r>
            <a:r>
              <a:rPr lang="en-IN" sz="20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Reads temperature from DHT11 sensor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Controls LED based on threshold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Sends sensor data to logger using IPC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Key QNX Features Used</a:t>
            </a:r>
            <a:r>
              <a:rPr lang="en-IN" sz="18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ThreadCtl() for hardware access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mmap_device_io() for GPIO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MsgSend() for IPC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Logger Process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Functionality</a:t>
            </a:r>
            <a:r>
              <a:rPr lang="en-IN" sz="20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Acts as central IPC server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Stores temperature readings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Maintains data buffer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Why separate logger process</a:t>
            </a:r>
            <a:r>
              <a:rPr lang="en-IN" sz="18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Fault isolation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Scalability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Centralized data management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CLI Process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Functionality</a:t>
            </a:r>
            <a:r>
              <a:rPr lang="en-IN" sz="2000" b="1">
                <a:latin typeface="Times New Roman" panose="02020603050405020304" charset="0"/>
                <a:cs typeface="Times New Roman" panose="02020603050405020304" charset="0"/>
              </a:rPr>
              <a:t> :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Provides user interface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Fetches last reading and all readings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Communicates using IPC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Benefits</a:t>
            </a:r>
            <a:r>
              <a:rPr lang="en-IN" sz="18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No direct hardware access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Safe user interaction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Decoupled from sensor logic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SCP (Secure Copy Protocol):</a:t>
            </a:r>
            <a:endParaRPr lang="en-US" altLang="en-US"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SCP uses SSH underneath to securely transfer files between machines.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It encrypts data during transfer.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Useful for pushing binaries, configs, logs, etc.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scp sensor_process logger_process cli_process 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qnxuser@172.16.0.44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:/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tmp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/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2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SSH (Secure Shell):</a:t>
            </a:r>
            <a:endParaRPr lang="en-US" altLang="en-US" sz="32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SSH is a secure communication protocol used to remotely login into another machine.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It provides encrypted command-line access.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Typical usage: remote debugging, running executables, system administration.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           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ssh 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qnxuser</a:t>
            </a: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@</a:t>
            </a:r>
            <a:r>
              <a:rPr lang="en-IN" altLang="en-US" sz="1800">
                <a:latin typeface="Times New Roman" panose="02020603050405020304" charset="0"/>
                <a:cs typeface="Times New Roman" panose="02020603050405020304" charset="0"/>
              </a:rPr>
              <a:t>172.16.0.44</a:t>
            </a:r>
            <a:endParaRPr lang="en-IN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Why NOT Other OS?</a:t>
            </a:r>
            <a:endParaRPr sz="32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FreeRTOS</a:t>
            </a:r>
            <a:endParaRPr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No native multi-process model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No memory protection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Limited IPC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Suitable for microcontrollers, not complex systems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1800" b="1">
                <a:latin typeface="Times New Roman" panose="02020603050405020304" charset="0"/>
                <a:cs typeface="Times New Roman" panose="02020603050405020304" charset="0"/>
              </a:rPr>
              <a:t>Linux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Not deterministic by default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Large kernel footprint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Weak fault isolation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Not ideal for safety-critical systems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Real-Time Behavior Demonstration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Deterministic IPC Behavior: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Message passing consistently meets real-time response requirements.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Reliable Sensor Logging: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Temperature readings are captured and stored without loss.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Non-Blocking CLI Queries: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User queries do not interfere with sensor read frequency or timing.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Challenges Faced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GPIO access permissions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IPC structure consistency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Timing accuracy for DHT11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Process synchronization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sz="2000" b="1">
                <a:latin typeface="Times New Roman" panose="02020603050405020304" charset="0"/>
                <a:cs typeface="Times New Roman" panose="02020603050405020304" charset="0"/>
              </a:rPr>
              <a:t>How they were solved</a:t>
            </a:r>
            <a:r>
              <a:rPr lang="en-IN" sz="2000" b="1">
                <a:latin typeface="Times New Roman" panose="02020603050405020304" charset="0"/>
                <a:cs typeface="Times New Roman" panose="02020603050405020304" charset="0"/>
              </a:rPr>
              <a:t> : </a:t>
            </a:r>
            <a:endParaRPr sz="2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Proper privilege handling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Unified IPC structures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Microsecond-level delays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Correct IPC design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Applications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Automotive sensor monitoring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Industrial data logging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Medical monitoring systems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Distributed embedded systems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 sz="1800">
                <a:latin typeface="Times New Roman" panose="02020603050405020304" charset="0"/>
                <a:cs typeface="Times New Roman" panose="02020603050405020304" charset="0"/>
              </a:rPr>
              <a:t>This project successfully demonstrates a real-time sensor monitoring system on QNX Neutrino using deterministic message-passing IPC. Sensor data is reliably captured, logged, and queried without impacting timing behavior. The implementation validates QNX as an ideal RTOS for safety-critical and time-sensitive embedded applications due to its microkernel design, predictable execution, and robust IPC mechanisms.</a:t>
            </a:r>
            <a:endParaRPr lang="en-US" altLang="en-US"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4673</Words>
  <Application>WPS Presentation</Application>
  <PresentationFormat>On-screen Show (4:3)</PresentationFormat>
  <Paragraphs>200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Microsoft YaHei</vt:lpstr>
      <vt:lpstr>Arial Unicode MS</vt:lpstr>
      <vt:lpstr>Calibri</vt:lpstr>
      <vt:lpstr>Communications and Dialogues</vt:lpstr>
      <vt:lpstr>Sensor Data Logging System using QNX Neutrino RTOS</vt:lpstr>
      <vt:lpstr>Introduction</vt:lpstr>
      <vt:lpstr>Tools &amp; Technologies</vt:lpstr>
      <vt:lpstr>What is an RTOS?</vt:lpstr>
      <vt:lpstr>What is QNX Neutrino RTOS?</vt:lpstr>
      <vt:lpstr>Why QNX?</vt:lpstr>
      <vt:lpstr>Why IPC is Important in QNX</vt:lpstr>
      <vt:lpstr>Project Architecture</vt:lpstr>
      <vt:lpstr>Project Block Diagram</vt:lpstr>
      <vt:lpstr>Sensor Process</vt:lpstr>
      <vt:lpstr>Logger Process</vt:lpstr>
      <vt:lpstr>CLI Process</vt:lpstr>
      <vt:lpstr>SCP (Secure Copy Protocol):</vt:lpstr>
      <vt:lpstr>SSH (Secure Shell):</vt:lpstr>
      <vt:lpstr>Why NOT Other RTOS?</vt:lpstr>
      <vt:lpstr>Real-Time Behavior Demonstration</vt:lpstr>
      <vt:lpstr>Challenges Faced</vt:lpstr>
      <vt:lpstr>Applications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Bharathi Pilli</cp:lastModifiedBy>
  <cp:revision>12</cp:revision>
  <dcterms:created xsi:type="dcterms:W3CDTF">2013-01-27T09:14:00Z</dcterms:created>
  <dcterms:modified xsi:type="dcterms:W3CDTF">2026-01-27T06:35:40Z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6D2AE643A36E4E7DA8B5249A7DD2B813_12</vt:lpwstr>
  </property>
  <property fmtid="{D5CDD505-2E9C-101B-9397-08002B2CF9AE}" pid="3" name="KSOProductBuildVer">
    <vt:lpwstr>1033-12.2.0.23196</vt:lpwstr>
  </property>
</Properties>
</file>